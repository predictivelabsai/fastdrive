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FastDrive</a:t>
            </a:r>
            <a:br/>
            <a:r>
              <a:t>Platform Guide</a:t>
            </a:r>
          </a:p>
          <a:p>
            <a:pPr>
              <a:defRPr sz="1800">
                <a:solidFill>
                  <a:srgbClr val="F97316"/>
                </a:solidFill>
              </a:defRPr>
            </a:pPr>
            <a:r>
              <a:t>2026-08-19  •  https://drive.fastsme.com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**FastDrive** is an open-source **file-management app** built with — a server-side, HTMX-driven port of the core of . Python-first, no JavaScript framework: a file/folder browser with breadcrumbs, shared / starred / recent / trash views, file detail with shares + activity, upload, and an AI assistant grounded in the (s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Your team's files, organised and under control.</a:t>
            </a:r>
          </a:p>
        </p:txBody>
      </p:sp>
      <p:pic>
        <p:nvPicPr>
          <p:cNvPr id="3" name="Picture 2" descr="01-your-team-s-files-organised-and-under-control.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FILES AND COLLABORATION Your team's files, organised and under control. Store, find, share, and govern files and folders with clear permissions and activity history. Sign In or Register Explore the open-source suite → Product tour · see the workspace in action</a:t>
            </a:r>
          </a:p>
          <a:p>
            <a:pPr>
              <a:defRPr sz="900">
                <a:solidFill>
                  <a:srgbClr val="F97316"/>
                </a:solidFill>
              </a:defRPr>
            </a:pPr>
            <a:r>
              <a:t>https://drive.fastsme.com/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FastDrive API.</a:t>
            </a:r>
          </a:p>
        </p:txBody>
      </p:sp>
      <p:pic>
        <p:nvPicPr>
          <p:cNvPr id="3" name="Picture 2" descr="02-build-with-the-fastdrive-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FastDrive Developers Back to product DEVELOPER PLATFORM · API V1 Build with the FastDrive API. Read the live demo database through a typed, versioned API. Selected integration writes are implemented behind bearer-token authentication. Open Swagger UI Open ReDo</a:t>
            </a:r>
          </a:p>
          <a:p>
            <a:pPr>
              <a:defRPr sz="900">
                <a:solidFill>
                  <a:srgbClr val="F97316"/>
                </a:solidFill>
              </a:defRPr>
            </a:pPr>
            <a:r>
              <a:t>https://drive.fastsme.com/developers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-434008222%3A1787122695321107&amp;access_type=online&amp;client_id=887059023987-2a7spj1m82eivobdbt1itb3cqca6tpt1.apps.googleusercontent.com&amp;o2v=2&amp;prompt=select_account&amp;redirect_uri=https%3A%2F%2Fdrive.fastsme.com%2Fauth%2Fgoogle%2Fcallback&amp;response_type=code&amp;scope=openid+email+profile&amp;service=lso&amp;state=v82A9uNtd08zZSAmHMS0TcF0lBQy9ovtd8juEfr2rXE&amp;flowName=GeneralOAuthLite&amp;continue=https%3A%2F%2Faccounts.google.com%2Fsignin%2Foauth%2Flegacy%2Fconsent%3Fauthuser%3Dunknown%26part%3DAJi8hAM1c9NwjXzNZS4cYgDbSavAY7acRD3cMZWMcNxmg4q3Hw9ZGPTPR2QMQTswU2Npf50zsmWvYy4HNJRVwLlJ9Gz4B_Rxyx4tHVrbe5WJiBg-jfCWmSSN4RzTIxXggbd_bSyNPHVTYUfXZ-_N4o9vURJ5bqHCnRBLzXGRDOe8LevrnjCyrCmVJCnfr6SP_vQQXHYQl6K5H04CnonYTcUHYTXPmzDeT12-qrHuVaqsisLBv1cfeLmAT1xwh4ihhXnmO0QOfQHYL4NQMHcFnQoAQ2v1Xr9hTBbxJmmWk_SJRh_wGYKCnyv-OdkDDOcl8XbD7l6Dp8FhpaizV6iQapcsljvWDGz1TbeXrdFqmQy3W663JIF0n5SMjhh1N9yOlw70x0IAjiJ8hNsoN6h6MjQnhyrCVVVO_QvruNGBFo596y3UKTaoZVGQAVq8Ii5tcfd4ZAPoLBKBXemdzF3F2OfRyscak38HEQ%26flowName%3DGeneralOAuthFlow%26as%3DS-434008222%253A1787122695321107%26client_id%3D887059023987-2a7spj1m82eivobdbt1itb3cqca6tpt1.apps.googleusercontent.com%23&amp;app_domain=https%3A%2F%2Fdrive.fastsme.com&amp;rart=ANgoxcfkGoQBpxJCNJ9ZHZeOO5titQMxMEnnW_82_90yiJ84Is0Oeviwapi5RS7h3QV1D-HoNJwfQSmLvSCZWg9CjsYRFgex2Uy2YrFA1zNxlnabMuSoLt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